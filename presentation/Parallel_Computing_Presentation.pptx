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ED2E9-6027-4BD6-8399-F450AE30DFC8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B05E3-AD8F-494D-8CB5-061C2466D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25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947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61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25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00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19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387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220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66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580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B05E3-AD8F-494D-8CB5-061C2466D5D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2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4359-DAF7-863E-8CB6-FB7006CF0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34790-E8F7-B0C7-2CD6-272F48209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49ED-3C2B-2024-3ED9-F510E219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DFF9-B544-9BB6-0B01-70C11704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52BF2-9F45-233C-E258-003A9C08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4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45E4-ECC0-0C14-AA16-93E3523A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AA63-338E-A14A-118D-3E0CD2903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D4F0F-A190-5176-3C15-031D8A90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B90DB-1A04-A625-53F8-6E844CB9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0C612-4273-B615-F186-D71659C8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78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FCF8-843F-91E1-E036-AAA73F54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95EEB-EE89-D26E-9F1D-2A4DDD14D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18D25-A5E7-2984-DF63-165EA1FA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CCCB2-D3CE-8492-26B2-6D59C8D8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30C8-00B9-FC29-A88B-0C23069B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66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A407-E1FB-F2C5-00CF-5D5055CF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CD24-6CCA-0D47-5C25-D7C51C26B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0E1F4-8160-9DB9-2897-0A6FA718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0C950-BCB5-C84B-23F5-0E0EDCB0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88A44-5316-26B2-ECAD-9A7FBA3F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C197B-456C-6C80-23A4-E7575D03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64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E43F-E80D-6898-3CD8-804F049D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4F882-BF3E-8B8D-B7F9-47A31597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DBE29-DD5E-BF30-FED3-713AAC1EE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01BDD-92A8-5F63-1FCF-63C25DB25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1223A-76D9-C95D-40CB-E26245221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63F209-4F0C-FA87-962B-74016BB6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CE7D5-DB40-9A80-4F15-FEF8F745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86370-7F54-E3B6-3D8B-FC6CF9E1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32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7595-51AE-041A-F0DE-3B3B59F0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C177E-7EAE-A240-867A-3C591EE3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046A8-A480-EBF1-60BE-BFCCFC30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15994-8F08-BEE4-2743-F4AC02B5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51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2975D-5DE9-8DBE-1852-4B8AAFD6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81AB7-90B1-BC7E-B2EE-D658BE67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563B9-CC6C-8E78-2040-EE900F90A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74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19B4-7AC2-6924-43C7-5F729EA0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BFA08-7F68-20CB-4FB7-57874F52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07943-78D3-651F-33BC-9844085BE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2B75D-85C3-0729-0127-CA08CCC2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44158-F7F0-299A-F8F1-722C6EB7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CA16F-8A93-93D6-3BB2-C6CE0F5A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7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90C6-2204-8F9A-4613-74B3B4C4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25083-094A-D2E2-8AD0-BA5A3E8FA6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DD0EC-78E2-449E-81EC-77A548E3B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CF5AC-A662-C5B4-2F57-F0AF22FC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C5EAD-2EAF-6908-906A-4F86A4C4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FA160-86AB-F462-6639-690186C1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11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8D64-D009-3057-534D-5219D47B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FE372-0E4F-1C28-690D-8CA069BBC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126B-8183-C172-5600-1C62A01F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5D08C-DD65-FCE0-D02C-03FFF9FF0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3329-78E2-86B3-1910-04F36DA5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75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C13E3-CBED-BC42-F982-FB360335F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9DD6-67CE-41CF-6307-DC6036E20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6AC7A-E639-87E9-B651-3FC93BE9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6BE4C-41D5-1BDB-5308-C5C60848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0E62B-94F5-CC96-FD7B-2925A9E0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77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0CD5-9A26-8025-40B5-92EC1459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204E-AFD0-E86F-7444-D516936D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5850-5037-6DCD-4E68-838F5BD5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2E74-362F-8A8B-991C-665A1687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37B2-B2AF-9BFB-DA68-1A963D8B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6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47861-F5E9-F6AB-17EC-A0E4679A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965C3-309D-60FF-5E2A-0F1A20458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9E6A6-CA3E-C291-7C40-8ED8CC624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7BFDE-DFE2-4465-B2DD-FC1548469B21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A6D0F-F458-2B21-9C9A-F691C748F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CD099-8EF7-1934-8387-49CA9E70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C5771-2759-4619-9068-B6A3282C2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7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2134-4A2E-4F73-7730-5AC142E3EF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Multithreaded Programming Using Pthreads and OpenMP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47EAE-EC7B-549C-E593-671F9A467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Parallel Computing Laboratory Project</a:t>
            </a:r>
          </a:p>
        </p:txBody>
      </p:sp>
    </p:spTree>
    <p:extLst>
      <p:ext uri="{BB962C8B-B14F-4D97-AF65-F5344CB8AC3E}">
        <p14:creationId xmlns:p14="http://schemas.microsoft.com/office/powerpoint/2010/main" val="175321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4F9B-4CDF-836C-175E-554D0497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Aim and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B2C25-83A5-0CFB-0732-AB95E00AF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Develop multithreaded programs using Pthreads and OpenMP.
- Demonstrate thread creation, work distribution.
- Handle race conditions with mutex &amp; critical sections.
- Compare sequential vs parallel performance.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40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03F4-7559-3A18-85B4-7AA2F627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46488-E068-E412-473D-E727319AE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OS: Windows, WSL Ubuntu
- Compiler: GCC
- Libraries: POSIX Pthreads, OpenMP
- Editor: Nano</a:t>
            </a:r>
          </a:p>
        </p:txBody>
      </p:sp>
    </p:spTree>
    <p:extLst>
      <p:ext uri="{BB962C8B-B14F-4D97-AF65-F5344CB8AC3E}">
        <p14:creationId xmlns:p14="http://schemas.microsoft.com/office/powerpoint/2010/main" val="138174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5BCB-9E87-B79C-B696-03C26C45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Pthreads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03A07-6A9E-66BB-3D40-83D11F12B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POSIX Threads (Pthreads) provides explicit thread management, allowing granular control over thread lifecycle, synchronization (mutexes), and joining.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0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2980-2758-392C-23EF-66FB64B2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Creation and Work Distribution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184B3-47CB-7513-F510-2C35A490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Created threads using pthread_create().
- thread_sum.c distributed an array among 4 threads.
- Work was cleanly divided, demonstrating data parallelism (partial sums).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92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BB99-7942-64DB-FF9D-78AE9960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Race Condition &amp; Mutex (Pthreads)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5B9B-F997-CD33-E8A8-9426C00BD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race.c demonstrated simultaneous access causing lost increments (Expected: 400000, Actual: 135420).
- mutex.c fixed this using pthread_mutex_lock(), safely achieving 400000.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3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3DD3-504B-7783-B074-F6E8A83E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OpenMP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4D4C5-ACCD-F88C-3002-50D4E77D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OpenMP provides compiler-directed parallelism. Using #pragma directives simplifies parallel regions, work sharing (for-loops), and synchronization without manually managing thread objects.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35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3400-B1E4-5CF0-3AD1-9B3F9E99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OpenMP Synchronization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B4963-CFAD-FA13-C7CB-3189DA6D0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omp_race.c showed OpenMP race conditions (101499 instead of 400000).
- omp_critical.c used #pragma omp critical to resolve it.
- omp_barrier.c ensured all threads met before advancing stages.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B116-6F0E-4622-0665-F2C0DE9E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Performance Experiment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80AFD-3490-4601-2B42-C5B3CE5B3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Workload: N = 1,000,000,000 iterations.
- Sequential baseline time: 1.817299s.
- Executed across 1, 2, 4, 6, and 16 threads in both Pthreads and OpenMP.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3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BA7E-D51A-5FB6-06FC-2B23E23F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Performance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AD71D-19E8-1C54-FEEC-C3B7AF4E6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Pthreads (16 threads): 0.256s (Speedup 7.081)
OpenMP (16 threads): 0.294s (Speedup 6.175)
Both successfully dropped execution time significantly compared to 1.81s baseline.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7FEB0-4B2D-72E6-0BDA-455E5AFE54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810000"/>
            <a:ext cx="25400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1E6B18-26F9-4CFC-D315-4A7D66EB523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3810000"/>
            <a:ext cx="2540000" cy="190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6B142-D852-091B-B80E-3A487705E8C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3810000"/>
            <a:ext cx="254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9DA1-A175-92A2-1517-A81A9E24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A1D8-DD23-FA45-A60B-889AD857F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Speedup scales well but isn't perfectly linear.
- Efficiency decreases as thread count hits 16 (44% for Pthreads, 38% for OpenMP).
- Overhead and scheduling limits perfect scaling.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3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31CA-C1D0-304F-861E-116FC0D65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9C67C-5C27-B5EF-99D2-CAF4FA4EE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Multithreading vastly improves performance on large datasets. However, shared data access requires strict synchronization to prevent race conditions, which introduces overhead limiting maximum efficiency.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5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34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Multithreaded Programming Using Pthreads and OpenMP</vt:lpstr>
      <vt:lpstr>Aim and Objectives</vt:lpstr>
      <vt:lpstr>Environment</vt:lpstr>
      <vt:lpstr>Pthreads Overview</vt:lpstr>
      <vt:lpstr>Thread Creation and Work Distribution</vt:lpstr>
      <vt:lpstr>Race Condition &amp; Mutex (Pthreads)</vt:lpstr>
      <vt:lpstr>OpenMP Overview</vt:lpstr>
      <vt:lpstr>OpenMP Synchronization</vt:lpstr>
      <vt:lpstr>Performance Experiment Setup</vt:lpstr>
      <vt:lpstr>Performance Results</vt:lpstr>
      <vt:lpstr>Observations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Khadar</dc:creator>
  <cp:lastModifiedBy>Abdul Khadar</cp:lastModifiedBy>
  <cp:revision>1</cp:revision>
  <dcterms:created xsi:type="dcterms:W3CDTF">2026-10-07T15:16:50Z</dcterms:created>
  <dcterms:modified xsi:type="dcterms:W3CDTF">2026-10-07T15:16:50Z</dcterms:modified>
</cp:coreProperties>
</file>